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9894"/>
            <a:ext cx="8229600" cy="3357397"/>
          </a:xfrm>
        </p:spPr>
        <p:txBody>
          <a:bodyPr/>
          <a:lstStyle/>
          <a:p>
            <a:r>
              <a:t>Data Analysis &amp; Visualization using SQL, Python &amp; Streamlit</a:t>
            </a:r>
          </a:p>
          <a:p>
            <a:endParaRPr/>
          </a:p>
          <a:p>
            <a:r>
              <a:rPr lang="en-US" dirty="0" smtClean="0"/>
              <a:t>Submitted</a:t>
            </a:r>
            <a:r>
              <a:rPr smtClean="0"/>
              <a:t> </a:t>
            </a:r>
            <a:r>
              <a:t>By</a:t>
            </a:r>
            <a:r>
              <a:rPr/>
              <a:t>: </a:t>
            </a:r>
            <a:r>
              <a:rPr lang="en-US" dirty="0" err="1" smtClean="0"/>
              <a:t>Annu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PhonePe Business Intelligence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Analyze PhonePe transaction and user data</a:t>
            </a:r>
          </a:p>
          <a:p>
            <a:r>
              <a:rPr smtClean="0"/>
              <a:t> </a:t>
            </a:r>
            <a:r>
              <a:t>Build an interactive </a:t>
            </a:r>
            <a:r>
              <a:rPr/>
              <a:t>analytics </a:t>
            </a:r>
            <a:r>
              <a:rPr smtClean="0"/>
              <a:t>dashboard</a:t>
            </a:r>
            <a:endParaRPr lang="en-US" dirty="0"/>
          </a:p>
          <a:p>
            <a:pPr marL="514350" indent="-514350"/>
            <a:r>
              <a:rPr smtClean="0"/>
              <a:t>Identify </a:t>
            </a:r>
            <a:r>
              <a:t>business trends and growth patterns</a:t>
            </a:r>
          </a:p>
          <a:p>
            <a:r>
              <a:rPr smtClean="0"/>
              <a:t> </a:t>
            </a:r>
            <a:r>
              <a:t>Generate actionable insights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Python</a:t>
            </a:r>
            <a:endParaRPr/>
          </a:p>
          <a:p>
            <a:r>
              <a:rPr smtClean="0"/>
              <a:t> </a:t>
            </a:r>
            <a:r>
              <a:t>MySQL</a:t>
            </a:r>
          </a:p>
          <a:p>
            <a:r>
              <a:rPr smtClean="0"/>
              <a:t> </a:t>
            </a:r>
            <a:r>
              <a:t>Streamlit</a:t>
            </a:r>
          </a:p>
          <a:p>
            <a:r>
              <a:rPr lang="en-US" dirty="0" smtClean="0"/>
              <a:t> </a:t>
            </a:r>
            <a:r>
              <a:rPr smtClean="0"/>
              <a:t>Pandas</a:t>
            </a:r>
            <a:endParaRPr/>
          </a:p>
          <a:p>
            <a:r>
              <a:rPr smtClean="0"/>
              <a:t> </a:t>
            </a:r>
            <a:r>
              <a:t>Plotly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Core Tables Used:</a:t>
            </a:r>
          </a:p>
          <a:p>
            <a:r>
              <a:rPr smtClean="0"/>
              <a:t> </a:t>
            </a:r>
            <a:r>
              <a:t>aggregated_user</a:t>
            </a:r>
          </a:p>
          <a:p>
            <a:r>
              <a:rPr smtClean="0"/>
              <a:t> </a:t>
            </a:r>
            <a:r>
              <a:t>aggregated_transaction</a:t>
            </a:r>
          </a:p>
          <a:p>
            <a:r>
              <a:rPr smtClean="0"/>
              <a:t> </a:t>
            </a:r>
            <a:r>
              <a:t>map_user</a:t>
            </a:r>
          </a:p>
          <a:p>
            <a:endParaRPr/>
          </a:p>
          <a:p>
            <a:pPr>
              <a:buNone/>
            </a:pPr>
            <a:r>
              <a:rPr lang="en-US" dirty="0" smtClean="0"/>
              <a:t> </a:t>
            </a:r>
            <a:r>
              <a:rPr smtClean="0"/>
              <a:t>Key </a:t>
            </a:r>
            <a:r>
              <a:t>Metrics:</a:t>
            </a:r>
          </a:p>
          <a:p>
            <a:r>
              <a:rPr smtClean="0"/>
              <a:t> </a:t>
            </a:r>
            <a:r>
              <a:t>User Count</a:t>
            </a:r>
          </a:p>
          <a:p>
            <a:r>
              <a:rPr smtClean="0"/>
              <a:t> </a:t>
            </a:r>
            <a:r>
              <a:t>Transaction Amount</a:t>
            </a:r>
          </a:p>
          <a:p>
            <a:r>
              <a:rPr smtClean="0"/>
              <a:t> </a:t>
            </a:r>
            <a:r>
              <a:t>App Opens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Interactive Filters (Year &amp; Quarter)</a:t>
            </a:r>
          </a:p>
          <a:p>
            <a:r>
              <a:rPr smtClean="0"/>
              <a:t> </a:t>
            </a:r>
            <a:r>
              <a:t>Multiple Analysis Scenarios</a:t>
            </a:r>
          </a:p>
          <a:p>
            <a:r>
              <a:rPr smtClean="0"/>
              <a:t> </a:t>
            </a:r>
            <a:r>
              <a:t>Dynamic Charts &amp; Tables</a:t>
            </a:r>
          </a:p>
          <a:p>
            <a:r>
              <a:rPr smtClean="0"/>
              <a:t> </a:t>
            </a:r>
            <a:r>
              <a:t>State-wise Insights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Continuous increase in users over years</a:t>
            </a:r>
          </a:p>
          <a:p>
            <a:r>
              <a:rPr smtClean="0"/>
              <a:t> </a:t>
            </a:r>
            <a:r>
              <a:t>Rapid growth after 2020</a:t>
            </a:r>
          </a:p>
          <a:p>
            <a:r>
              <a:rPr smtClean="0"/>
              <a:t> </a:t>
            </a:r>
            <a:r>
              <a:t>Urban states dominate user count</a:t>
            </a:r>
          </a:p>
          <a:p>
            <a:endParaRPr/>
          </a:p>
          <a:p>
            <a:r>
              <a:t>Insight: Digital payment adoption is increasing rapidly.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Growth Findings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High transaction values concentrated in top states</a:t>
            </a:r>
          </a:p>
          <a:p>
            <a:r>
              <a:rPr smtClean="0"/>
              <a:t> </a:t>
            </a:r>
            <a:r>
              <a:t>Maharashtra &amp; Karnataka dominate transactions</a:t>
            </a:r>
          </a:p>
          <a:p>
            <a:r>
              <a:rPr smtClean="0"/>
              <a:t> </a:t>
            </a:r>
            <a:r>
              <a:t>Steady yearly growth observed</a:t>
            </a:r>
          </a:p>
          <a:p>
            <a:endParaRPr/>
          </a:p>
          <a:p>
            <a:r>
              <a:t>Insight: Few states contribute major ecosystem activity.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Transaction Analysis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Metric: Engagement Ratio = App Opens / Registered Users</a:t>
            </a:r>
          </a:p>
          <a:p>
            <a:endParaRPr/>
          </a:p>
          <a:p>
            <a:r>
              <a:rPr smtClean="0"/>
              <a:t> </a:t>
            </a:r>
            <a:r>
              <a:t>High users ≠ high engagement</a:t>
            </a:r>
          </a:p>
          <a:p>
            <a:r>
              <a:rPr smtClean="0"/>
              <a:t>Engagement </a:t>
            </a:r>
            <a:r>
              <a:t>varies across regions</a:t>
            </a:r>
          </a:p>
          <a:p>
            <a:endParaRPr/>
          </a:p>
          <a:p>
            <a:r>
              <a:t>Insight: User acquisition does not always mean active usage.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Engagement Analysis Findings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States:</a:t>
            </a:r>
          </a:p>
          <a:p>
            <a:r>
              <a:rPr smtClean="0"/>
              <a:t> </a:t>
            </a:r>
            <a:r>
              <a:t>Maharashtra</a:t>
            </a:r>
          </a:p>
          <a:p>
            <a:r>
              <a:rPr smtClean="0"/>
              <a:t> </a:t>
            </a:r>
            <a:r>
              <a:t>Karnataka</a:t>
            </a:r>
          </a:p>
          <a:p>
            <a:r>
              <a:rPr smtClean="0"/>
              <a:t> </a:t>
            </a:r>
            <a:r>
              <a:t>Telangana</a:t>
            </a:r>
          </a:p>
          <a:p>
            <a:endParaRPr/>
          </a:p>
          <a:p>
            <a:r>
              <a:t>Lower-performing regions show lower digital adoption.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Stable growth across quarters</a:t>
            </a:r>
          </a:p>
          <a:p>
            <a:r>
              <a:rPr smtClean="0"/>
              <a:t> </a:t>
            </a:r>
            <a:r>
              <a:t>Minor spikes during festive periods</a:t>
            </a:r>
          </a:p>
          <a:p>
            <a:endParaRPr/>
          </a:p>
          <a:p>
            <a:r>
              <a:t>Insight: Seasonal campaigns influence activity.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Quarter-wise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Uneven regional adoption</a:t>
            </a:r>
          </a:p>
          <a:p>
            <a:r>
              <a:rPr smtClean="0"/>
              <a:t> </a:t>
            </a:r>
            <a:r>
              <a:t>Low engagement in some states</a:t>
            </a:r>
          </a:p>
          <a:p>
            <a:r>
              <a:rPr smtClean="0"/>
              <a:t> </a:t>
            </a:r>
            <a:r>
              <a:t>Limited early-year data</a:t>
            </a:r>
          </a:p>
          <a:p>
            <a:r>
              <a:rPr smtClean="0"/>
              <a:t> </a:t>
            </a:r>
            <a:r>
              <a:t>Dataset variation limitations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1. Improve low-performing regions</a:t>
            </a:r>
          </a:p>
          <a:p>
            <a:pPr>
              <a:buNone/>
            </a:pPr>
            <a:r>
              <a:t>2. Increase engagement using rewards</a:t>
            </a:r>
          </a:p>
          <a:p>
            <a:pPr>
              <a:buNone/>
            </a:pPr>
            <a:r>
              <a:t>3. Strengthen high-performing markets</a:t>
            </a:r>
          </a:p>
          <a:p>
            <a:pPr>
              <a:buNone/>
            </a:pPr>
            <a:r>
              <a:t>4. Use seasonal campaigns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PhonePe shows strong digital growth</a:t>
            </a:r>
          </a:p>
          <a:p>
            <a:r>
              <a:rPr smtClean="0"/>
              <a:t>Transactions </a:t>
            </a:r>
            <a:r>
              <a:t>and users continue to rise</a:t>
            </a:r>
          </a:p>
          <a:p>
            <a:r>
              <a:rPr smtClean="0"/>
              <a:t>Regional </a:t>
            </a:r>
            <a:r>
              <a:t>gaps still exist</a:t>
            </a:r>
          </a:p>
          <a:p>
            <a:r>
              <a:rPr smtClean="0"/>
              <a:t>Data-driven </a:t>
            </a:r>
            <a:r>
              <a:t>strategy is essential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Add ML-based analytics</a:t>
            </a:r>
          </a:p>
          <a:p>
            <a:r>
              <a:rPr smtClean="0"/>
              <a:t>Improve </a:t>
            </a:r>
            <a:r>
              <a:t>dashboard UI/UX</a:t>
            </a:r>
          </a:p>
          <a:p>
            <a:r>
              <a:rPr smtClean="0"/>
              <a:t>Deploy </a:t>
            </a:r>
            <a:r>
              <a:t>dashboard online</a:t>
            </a:r>
          </a:p>
          <a:p>
            <a:r>
              <a:rPr smtClean="0"/>
              <a:t>Add </a:t>
            </a:r>
            <a:r>
              <a:t>real-time data integration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8092"/>
            <a:ext cx="8229600" cy="1143000"/>
          </a:xfrm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</TotalTime>
  <Words>315</Words>
  <Application>Microsoft Macintosh PowerPoint</Application>
  <PresentationFormat>On-screen Show (4:3)</PresentationFormat>
  <Paragraphs>82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Concourse</vt:lpstr>
      <vt:lpstr>PhonePe Business Intelligence Dashboard</vt:lpstr>
      <vt:lpstr>Project Objective</vt:lpstr>
      <vt:lpstr>Technologies Used</vt:lpstr>
      <vt:lpstr>Dataset Overview</vt:lpstr>
      <vt:lpstr>Dashboard Features</vt:lpstr>
      <vt:lpstr>User Growth Findings</vt:lpstr>
      <vt:lpstr>Transaction Analysis Findings</vt:lpstr>
      <vt:lpstr>Engagement Analysis Findings</vt:lpstr>
      <vt:lpstr>Regional Insights</vt:lpstr>
      <vt:lpstr>Quarter-wise Trends</vt:lpstr>
      <vt:lpstr>Business Challenges</vt:lpstr>
      <vt:lpstr>Recommendations</vt:lpstr>
      <vt:lpstr>Conclusion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Business Intelligence Dashboard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2026-05-14T10:30:03Z</dcterms:modified>
  <cp:category/>
</cp:coreProperties>
</file>